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f1ae2f2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f1ae2f2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f1ae2f2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6f1ae2f2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6f1ae2f2c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6f1ae2f2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f57d0c4b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f57d0c4b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f57d0c4b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f57d0c4b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5ad3dc62742ed2f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5ad3dc62742ed2f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f57d0c4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f57d0c4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f57d0c4b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f57d0c4b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f57d0c4b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f57d0c4b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5ad3dc62742ed2f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5ad3dc62742ed2f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5ad3dc62742ed2f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5ad3dc62742ed2f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5ad3dc62742ed2f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5ad3dc62742ed2f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f57d0c4b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f57d0c4b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6f57d0c4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6f57d0c4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f57d0c4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f57d0c4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f57d0c4b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f57d0c4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f57d0c4b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f57d0c4b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f57d0c4b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f57d0c4b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f57d0c4b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f57d0c4b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f57d0c4b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6f57d0c4b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Soal LKS </a:t>
            </a:r>
            <a:r>
              <a:rPr lang="en" sz="3480"/>
              <a:t>Artificial</a:t>
            </a:r>
            <a:r>
              <a:rPr lang="en" sz="3480"/>
              <a:t> Intelligence (AI) Provinsi Jawa Timur Tahun 2024</a:t>
            </a:r>
            <a:endParaRPr sz="3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SMK PGRI 1 Ngawi, 24 s.d 25 April 2024</a:t>
            </a:r>
            <a:endParaRPr sz="21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875" y="40675"/>
            <a:ext cx="2782251" cy="15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Latar Belakang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79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Civility Index (CDI)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yang dilakukan dari Microsoft menempatkan Indonesia menjadi urutan </a:t>
            </a:r>
            <a:r>
              <a:rPr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terbawah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se-Asia Pasifik dengan poin 76 (Microsoft, 2021).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Menurut survei, salah satu faktor yang mempengaruhi penurunan kesopanan pengguna media sosial adalah </a:t>
            </a:r>
            <a:r>
              <a:rPr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ujaran kebencian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sebesar 27%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849" y="23725"/>
            <a:ext cx="51393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Urgensi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372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2857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Southeast Asia Freedom of Expression Network (SAFENet)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Indonesia mencatat ada 381 kasus Undang Undang Informasi Transaksi Elektronik sepanjang 2011 sampai 2019 yang menjerat baik perorangan maupun institusi.</a:t>
            </a:r>
            <a:endParaRPr sz="1400">
              <a:solidFill>
                <a:schemeClr val="dk1"/>
              </a:solidFill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Kasus terbanyak adalah pidana yang berhubungan dengan penghinaan dan pencemaran nama baik atau defamasi, Pasal 27 ayat 3 UU ITE. Di posisi kedua adalah kasus </a:t>
            </a:r>
            <a:r>
              <a:rPr lang="e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ujaran kebencian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pasal 28 ayat 2 UU ITE.</a:t>
            </a:r>
            <a:endParaRPr sz="1400">
              <a:solidFill>
                <a:schemeClr val="dk1"/>
              </a:solidFill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575" y="150538"/>
            <a:ext cx="4842424" cy="484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Aspek Ujaran Kebencian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Berdasarkan Surat Edaran Kapolri Nomor SE/06/X/2015 disebutkan: Ujaran Ujaran kebencian bertujuan untuk menghasut dan menyulut kebencian terhadap individu dan komunitas masyarakat yang dibedakan dari aspek yaitu 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Ras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Agama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Suku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Aliran keagamaan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Keyakinan atau kepercayaan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Antar golongan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Warna kulit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Etnis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Kaum difabel (cacat)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Orientasi seksual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Contoh Ujaran Kebencian (Tidak untuk Ditiru)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75" y="1261475"/>
            <a:ext cx="4463825" cy="2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8925" y="1170125"/>
            <a:ext cx="3908125" cy="36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5809850" y="1279825"/>
            <a:ext cx="9867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5809850" y="3368825"/>
            <a:ext cx="9867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Netizen +62 (Pro and Cons)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500" y="0"/>
            <a:ext cx="4139499" cy="27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5004500" y="0"/>
            <a:ext cx="2155800" cy="40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38428"/>
            <a:ext cx="5004500" cy="332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5">
            <a:alphaModFix/>
          </a:blip>
          <a:srcRect b="52539" l="0" r="11087" t="0"/>
          <a:stretch/>
        </p:blipFill>
        <p:spPr>
          <a:xfrm>
            <a:off x="7221050" y="4568875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Mengimplementasikan Natural </a:t>
            </a:r>
            <a:r>
              <a:rPr lang="en"/>
              <a:t>Language</a:t>
            </a:r>
            <a:r>
              <a:rPr lang="en"/>
              <a:t> Processing (NLP) untuk Mendeteksi </a:t>
            </a:r>
            <a:r>
              <a:rPr lang="en"/>
              <a:t>Hate Speech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11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: Penerapan Social Media Analytics di Industri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25" y="763812"/>
            <a:ext cx="7974676" cy="41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: Penerapan Social Media Analytics di Industri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7969" l="0" r="0" t="0"/>
          <a:stretch/>
        </p:blipFill>
        <p:spPr>
          <a:xfrm>
            <a:off x="0" y="716300"/>
            <a:ext cx="9080151" cy="442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Okupansi Pekerjaan yang Relevan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0860"/>
            <a:ext cx="9144000" cy="4192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yang dimiliki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409074" y="115099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yang didapat dari media sosial Twitter melalui API. </a:t>
            </a:r>
            <a:r>
              <a:rPr lang="en"/>
              <a:t>Data awalnya berbentuk XML dan di export ke dalam bentuk Comma Separated Values (CSV).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Jumlah data yang didapat adalah 2000 tweet.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Periode pengambilan data dimulai 20 Juli 2021 sampai dengan 22 September 2021.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kemudian dilabeli menjadi 3 Kelas: </a:t>
            </a:r>
            <a:r>
              <a:rPr lang="en"/>
              <a:t>Hate Speech</a:t>
            </a:r>
            <a:r>
              <a:rPr lang="en"/>
              <a:t> Ras, </a:t>
            </a:r>
            <a:r>
              <a:rPr lang="en"/>
              <a:t>Hate Speech</a:t>
            </a:r>
            <a:r>
              <a:rPr lang="en"/>
              <a:t> Agama dan Netral (tidak mengandung ujaran kebencian).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Hasil anotasi / pelabelan data kemudian divalidasi kepada Dosen Bahasa Indonesia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266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Komposisi dataset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553825"/>
            <a:ext cx="3450600" cy="30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Jumlah data yang dimilki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Netral 	: 836 (41,8 %)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Ras 	: 601 (30,05 %)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Agama	: 536 (28,15 %)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Total	: 2000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 rotWithShape="1">
          <a:blip r:embed="rId3">
            <a:alphaModFix/>
          </a:blip>
          <a:srcRect b="0" l="13389" r="14393" t="19639"/>
          <a:stretch/>
        </p:blipFill>
        <p:spPr>
          <a:xfrm>
            <a:off x="2980927" y="0"/>
            <a:ext cx="61630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Tahapan Penelitian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290875"/>
            <a:ext cx="404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Pre-Processing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Pembobotan Kata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Implementasi Machine Learning / K - Nearest Neighbour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Deployment / GUI Development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627" y="21975"/>
            <a:ext cx="438237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Komposisi Penilaian Dan Waktu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8250"/>
            <a:ext cx="7192374" cy="25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4075" y="1426525"/>
            <a:ext cx="824750" cy="24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5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Instruksi Tahap I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75" y="1265788"/>
            <a:ext cx="8237024" cy="31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Instruksi Tahap II 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445176" cy="326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Instruksi Tahap III 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1" cy="3537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570800"/>
            <a:ext cx="192293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Instruksi Tahap IV 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53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645600"/>
            <a:ext cx="1671751" cy="4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Rundown kegiatan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038" y="-45675"/>
            <a:ext cx="54959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4">
            <a:alphaModFix/>
          </a:blip>
          <a:srcRect b="52539" l="0" r="11087" t="0"/>
          <a:stretch/>
        </p:blipFill>
        <p:spPr>
          <a:xfrm>
            <a:off x="0" y="4645600"/>
            <a:ext cx="1671751" cy="4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67026" cy="44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9100" y="0"/>
            <a:ext cx="4467024" cy="446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2"/>
          <p:cNvPicPr preferRelativeResize="0"/>
          <p:nvPr/>
        </p:nvPicPr>
        <p:blipFill rotWithShape="1">
          <a:blip r:embed="rId5">
            <a:alphaModFix/>
          </a:blip>
          <a:srcRect b="52539" l="0" r="11087" t="0"/>
          <a:stretch/>
        </p:blipFill>
        <p:spPr>
          <a:xfrm>
            <a:off x="0" y="4645600"/>
            <a:ext cx="1671751" cy="4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1690825" y="2814475"/>
            <a:ext cx="6367800" cy="17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Selamat Melakukan Eksplorasi Data :)</a:t>
            </a:r>
            <a:endParaRPr/>
          </a:p>
        </p:txBody>
      </p:sp>
      <p:pic>
        <p:nvPicPr>
          <p:cNvPr id="216" name="Google Shape;2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600" y="58925"/>
            <a:ext cx="4644250" cy="25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